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0:00-0:30. One-line pitch: a registrar puts only a fingerprint of the certificate on-chain; anyone re-hashes the PDF they were handed and checks it. Local Hardhat chain only, fictional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0:30-1:15. Who suffers and one failure: a genuine PDF with one field edited. Today's check is manual, slow and often paid, so most employers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1:15-2:15. Be honest on Q3: a signed PDF plus a transparency log is a real alternative (rejected option A in DESIGN.md). What the chain adds is a shared, append-only revocation status no single university can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2:15-3:30. Only hashes, issuer, times and status go on-chain: the chain is public and permanent, so no personal data. The salt defeats hashing a roll list. chain.py is the single web3 boundary (rule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rules: revoked is never deleted (reads REVOKED, not absent); only the issuing registrar can revoke (NotIssuer); custom errors are decoded by name in chain.py.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3:30-5:30. Run make demo live. Backup: Demo_&lt;Roll&gt;.mp4. Point at step 6: revoked reads REVOKED, not absent. Step 7 is the rejected invalid action. If time: make demo-cohort.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5:30-8:00. Three threats with control and residual risk. Tests: 10 Hardhat + 5 pytest, run by make test. Limits: exact-bytes matching; batching makes a cohort cost about one issue. AI declared in AI_USAGE.md. Stop at 8:00.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TECHNOLOGIES  ·  MINI PROJECT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Registry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byte of a degree certificate and anyone can tell — in seconds, for free.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Chaithra N   ·   Roll 25MTRCY008   ·   M.Tech CSE, Sem 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Technologies (24MTSCSEDE53)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0" y="1188720"/>
            <a:ext cx="3200400" cy="3200400"/>
          </a:xfrm>
          <a:prstGeom prst="ellipse">
            <a:avLst/>
          </a:prstGeom>
          <a:solidFill>
            <a:srgbClr val="22345E"/>
          </a:solidFill>
          <a:ln w="38100">
            <a:solidFill>
              <a:srgbClr val="D4A01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78308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0x493f…cb70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5166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D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✓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Forged degrees: cheap to make, slow to check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suffers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331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cheaply tell a genuine PDF from an edited one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5433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graduates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3703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days while an offer is on hold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9149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690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5074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same verification e-mails again and again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17920" y="1325880"/>
            <a:ext cx="5440680" cy="493776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537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failure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6537960" y="214884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1228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of Technology (CSE)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812280" y="2834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</a:t>
            </a:r>
            <a:pPr indent="0" marL="0">
              <a:buNone/>
            </a:pPr>
            <a:r>
              <a:rPr lang="en-US" sz="2000" strike="sngStrike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</a:t>
            </a:r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Class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812280" y="33375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in any PDF editor. Logo, signature and layout are untouched, so it looks perfect.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537960" y="4754880"/>
            <a:ext cx="640080" cy="64008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914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47091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it, the employer e-mails the registrar or pays an agency, and waits days. Most never check.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blockchain? Three questions, answered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mutually distrusting writers?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3017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universities write to one shared registry. None may edit, backdate or delete another's records, and none should run it for the others.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64592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8402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intermediary is removed?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794760"/>
            <a:ext cx="3017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 agency and the "e-mail the registrar and wait" loop. Anyone re-hashes the PDF and reads the chain for free, without asking anyone.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64592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18402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database + signatures do?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794760"/>
            <a:ext cx="3017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Partly. A signature proves who issued it. But a university-run revocation list can be silently edited, backdated or taken offline. The chain gives one append-only status that no single university controls.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hashes on-chain, people off-chain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42875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971800" y="128016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90" y="142875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5760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394960" y="128016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1428750"/>
            <a:ext cx="297180" cy="2971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8076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2240280"/>
            <a:ext cx="7040880" cy="2148840"/>
          </a:xfrm>
          <a:prstGeom prst="roundRect">
            <a:avLst>
              <a:gd name="adj" fmla="val 51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2377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client  (off-chain)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777240" y="28803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7724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cli.py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2697480" y="28803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269748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· cohort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4983480" y="28803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98348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· merkle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2331720" y="3154680"/>
            <a:ext cx="365760" cy="914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617720" y="3154680"/>
            <a:ext cx="365760" cy="914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2697480" y="3657600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697480" y="3657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chain.py — the only web3 import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4937760" y="4206240"/>
            <a:ext cx="914" cy="59436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77724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· local node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846320"/>
            <a:ext cx="7040880" cy="1417320"/>
          </a:xfrm>
          <a:prstGeom prst="roundRect">
            <a:avLst>
              <a:gd name="adj" fmla="val 774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4983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CredentialRegistry.sol  (on-chain)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777240" y="54406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AccessControl · REGISTRAR_ROLE · Sha256Merkle · events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7955280" y="128016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1838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8183880" y="182880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docHash = SHA-256(PDF)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subjectHash (salted id)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· times · status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Merkle root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7955280" y="38862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18388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8183880" y="443484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name, student id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+ Merkle proof (student keeps)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reason text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map and contract interface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212080" cy="4983480"/>
          </a:xfrm>
          <a:prstGeom prst="roundRect">
            <a:avLst>
              <a:gd name="adj" fmla="val 220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8463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CredentialRegistry.sol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 Sha256Merkle.sol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config.py  constants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chain.py   web3 only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domain · cohort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hashing · merkle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 cli · models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 deploy·demo·tamper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10 sol + 5 py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82880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Status { NONE, VALID, REVOKED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 { subjectHash, issuer,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issuedAt, revokedAt, status }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interface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611880"/>
            <a:ext cx="5532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revoke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(docHash, …)  registrar only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(docHash)  free view, never reverts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issueBatch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(root, size)  one tx per cohort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revokeBatchMember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(…, proof)  one student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verifyBatchMember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(…, proof)  free view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 make node  ·  make demo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23544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23544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85416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1E7F4F"/>
          </a:solidFill>
          <a:ln w="12700">
            <a:solidFill>
              <a:srgbClr val="1E7F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85416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05656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05656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1 byte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76472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76472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96712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96712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forged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67528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67528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87768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8776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58584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58584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sent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878824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78824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549640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A86508"/>
          </a:solidFill>
          <a:ln w="12700">
            <a:solidFill>
              <a:srgbClr val="A8650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49640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469880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6988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10094976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Outsider issues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140696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40696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48640" y="3749040"/>
            <a:ext cx="11109960" cy="1874520"/>
          </a:xfrm>
          <a:prstGeom prst="roundRect">
            <a:avLst>
              <a:gd name="adj" fmla="val 4878"/>
            </a:avLst>
          </a:prstGeom>
          <a:solidFill>
            <a:srgbClr val="0F1830"/>
          </a:solidFill>
          <a:ln w="12700">
            <a:solidFill>
              <a:srgbClr val="0F183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38862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6F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VALID: issued 2026-09-28 by 0x7099…79C8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FAIL: not registered - the file was altered or never issued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6C1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REVOKED: issued 07:44:12 UTC … revoked 07:44:14 UTC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 by contract: AccessControlUnauthorizedAccount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8521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demo-cohort — 3 students, one Merkle root; revoke one, others stay VALID.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tests, limits and AI use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10996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393192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risk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Stolen registrar key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check; admin removes role; issuer recorded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Fakes stay VALID until revoked; admin should be multisig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id hash from roll list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32-byte random salt per student; no PII on-chain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Leaked salt links the student; hashes are permanent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Look-alike fake registry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Verifiers use the published contract address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moves to how that address is shared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434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2345E"/>
          </a:solidFill>
          <a:ln w="12700">
            <a:solidFill>
              <a:srgbClr val="22345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029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9 negative — one command: make test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297680" y="43434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2345E"/>
          </a:solidFill>
          <a:ln w="12700">
            <a:solidFill>
              <a:srgbClr val="2234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94k → 49k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5029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gas: one credential vs a whole cohort. Limit: a re-saved PDF fails; proves issuer, not merit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46720" y="43434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2345E"/>
          </a:solidFill>
          <a:ln w="12700">
            <a:solidFill>
              <a:srgbClr val="2234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5029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code, tests, docs, slides — declared in AI_USAGE.md, 4 AI mistakes caught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Tamper-evident Credential Registry</dc:title>
  <dc:subject>PptxGenJS Presentation</dc:subject>
  <dc:creator>PptxGenJS</dc:creator>
  <cp:lastModifiedBy>PptxGenJS</cp:lastModifiedBy>
  <cp:revision>1</cp:revision>
  <dcterms:created xsi:type="dcterms:W3CDTF">2026-09-28T08:35:32Z</dcterms:created>
  <dcterms:modified xsi:type="dcterms:W3CDTF">2026-09-28T08:35:32Z</dcterms:modified>
</cp:coreProperties>
</file>